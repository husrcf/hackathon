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ProtBind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A</a:t>
            </a:r>
            <a:r>
              <a:rPr/>
              <a:t> </a:t>
            </a:r>
            <a:r>
              <a:rPr/>
              <a:t>Local-Private</a:t>
            </a:r>
            <a:r>
              <a:rPr/>
              <a:t> </a:t>
            </a:r>
            <a:r>
              <a:rPr/>
              <a:t>Protein–Ligand</a:t>
            </a:r>
            <a:r>
              <a:rPr/>
              <a:t> </a:t>
            </a:r>
            <a:r>
              <a:rPr/>
              <a:t>Research</a:t>
            </a:r>
            <a:r>
              <a:rPr/>
              <a:t> </a:t>
            </a:r>
            <a:r>
              <a:rPr/>
              <a:t>Agent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AMD</a:t>
            </a:r>
            <a:r>
              <a:rPr/>
              <a:t> </a:t>
            </a:r>
            <a:r>
              <a:rPr/>
              <a:t>Radeon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AMD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DevMaster</a:t>
            </a:r>
            <a:r>
              <a:rPr/>
              <a:t> </a:t>
            </a:r>
            <a:r>
              <a:rPr/>
              <a:t>Hackathon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Track</a:t>
            </a:r>
            <a:r>
              <a:rPr/>
              <a:t> </a:t>
            </a:r>
            <a:r>
              <a:rPr/>
              <a:t>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Protein–ligand research combines private sequences, compounds, papers, screening, docking and wet-lab measurements.</a:t>
            </a:r>
          </a:p>
          <a:p>
            <a:pPr lvl="1"/>
            <a:r>
              <a:rPr/>
              <a:t>General chat Agents may leak data, lose state, and turn plausible prose into false evidence.</a:t>
            </a:r>
          </a:p>
          <a:p>
            <a:pPr lvl="1"/>
            <a:r>
              <a:rPr/>
              <a:t>Small laboratories need a local workstation product, not another cloud-only wrapper.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Our</a:t>
            </a:r>
            <a:r>
              <a:rPr/>
              <a:t> </a:t>
            </a:r>
            <a:r>
              <a:rPr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Local HipFire + Qwen Agent on AMD Radeon</a:t>
            </a:r>
          </a:p>
          <a:p>
            <a:pPr lvl="1"/>
            <a:r>
              <a:rPr/>
              <a:t>Fixed scientific tools instead of arbitrary shell access</a:t>
            </a:r>
          </a:p>
          <a:p>
            <a:pPr lvl="1"/>
            <a:r>
              <a:rPr/>
              <a:t>Per-tool approval and nonblocking ShadowPlan resume</a:t>
            </a:r>
          </a:p>
          <a:p>
            <a:pPr lvl="1"/>
            <a:r>
              <a:rPr/>
              <a:t>Hash-bound stages, receipts and evidence-bounded reports</a:t>
            </a:r>
          </a:p>
          <a:p>
            <a:pPr lvl="1"/>
            <a:r>
              <a:rPr/>
              <a:t>Screening-to-experiment data substrate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Architecture</a:t>
            </a:r>
          </a:p>
        </p:txBody>
      </p:sp>
      <p:pic>
        <p:nvPicPr>
          <p:cNvPr descr="../figures/protbind-pitch-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3060700"/>
            <a:ext cx="8229600" cy="107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ProtBind</a:t>
            </a:r>
            <a:r>
              <a:rPr/>
              <a:t> </a:t>
            </a:r>
            <a:r>
              <a:rPr/>
              <a:t>system</a:t>
            </a:r>
            <a:r>
              <a:rPr/>
              <a:t> </a:t>
            </a:r>
            <a:r>
              <a:rPr/>
              <a:t>architecture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Agent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Resolve and validate receptor inputs</a:t>
            </a:r>
          </a:p>
          <a:p>
            <a:pPr lvl="1"/>
            <a:r>
              <a:rPr/>
              <a:t>Search a local pharmacophore index</a:t>
            </a:r>
          </a:p>
          <a:p>
            <a:pPr lvl="1"/>
            <a:r>
              <a:rPr/>
              <a:t>Select diverse candidates and generate Vina poses</a:t>
            </a:r>
          </a:p>
          <a:p>
            <a:pPr lvl="1"/>
            <a:r>
              <a:rPr/>
              <a:t>Apply PoseBusters, RMSD and ProLIF checks</a:t>
            </a:r>
          </a:p>
          <a:p>
            <a:pPr lvl="1"/>
            <a:r>
              <a:rPr/>
              <a:t>Retrieve local literature with artifact/page citations</a:t>
            </a:r>
          </a:p>
          <a:p>
            <a:pPr lvl="1"/>
            <a:r>
              <a:rPr/>
              <a:t>Import assay tables and run explicit deterministic fits</a:t>
            </a:r>
          </a:p>
          <a:p>
            <a:pPr lvl="1"/>
            <a:r>
              <a:rPr/>
              <a:t>Preserve failures and resumable scientific state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AMD</a:t>
            </a:r>
            <a:r>
              <a:rPr/>
              <a:t> </a:t>
            </a:r>
            <a:r>
              <a:rPr/>
              <a:t>Radeon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ROCm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Formal W7900/gfx1100 Agent receipt</a:t>
            </a:r>
          </a:p>
          <a:p>
            <a:pPr lvl="1"/>
            <a:r>
              <a:rPr/>
              <a:t>3/3 required tool sequences and citations passed</a:t>
            </a:r>
          </a:p>
          <a:p>
            <a:pPr lvl="1"/>
            <a:r>
              <a:rPr/>
              <a:t>16.552 s p50 end-to-end latency</a:t>
            </a:r>
          </a:p>
          <a:p>
            <a:pPr lvl="1"/>
            <a:r>
              <a:rPr/>
              <a:t>33.139 p50 end-to-end model tokens/s</a:t>
            </a:r>
          </a:p>
          <a:p>
            <a:pPr lvl="1"/>
            <a:r>
              <a:rPr/>
              <a:t>7.271 GB observed peak VRAM</a:t>
            </a:r>
          </a:p>
          <a:p>
            <a:pPr lvl="1"/>
            <a:r>
              <a:rPr/>
              <a:t>TriPharm ROCm HIP prefilter with exact CPU parity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Honest</a:t>
            </a:r>
            <a:r>
              <a:rPr/>
              <a:t> </a:t>
            </a:r>
            <a:r>
              <a:rPr/>
              <a:t>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Latest controlled redocking revision: 9/10 on the same observed fixed-ten set</a:t>
            </a:r>
          </a:p>
          <a:p>
            <a:pPr lvl="1"/>
            <a:r>
              <a:rPr/>
              <a:t>Frozen three-target pharmacophore result is target-dependent</a:t>
            </a:r>
          </a:p>
          <a:p>
            <a:pPr lvl="1"/>
            <a:r>
              <a:rPr/>
              <a:t>No broad superiority over Pharmer claim</a:t>
            </a:r>
          </a:p>
          <a:p>
            <a:pPr lvl="1"/>
            <a:r>
              <a:rPr/>
              <a:t>No affinity claim from Vina or DrutAI</a:t>
            </a:r>
          </a:p>
          <a:p>
            <a:pPr lvl="1"/>
            <a:r>
              <a:rPr/>
              <a:t>No end-to-end speedup claim while CPU finalization dominates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Privacy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Private data stays local</a:t>
            </a:r>
          </a:p>
          <a:p>
            <a:pPr lvl="1"/>
            <a:r>
              <a:rPr/>
              <a:t>No generic shell, arbitrary URL, or open-network Agent tool</a:t>
            </a:r>
          </a:p>
          <a:p>
            <a:pPr lvl="1"/>
            <a:r>
              <a:rPr/>
              <a:t>Every sensitive read/write requires fresh approval</a:t>
            </a:r>
          </a:p>
          <a:p>
            <a:pPr lvl="1"/>
            <a:r>
              <a:rPr/>
              <a:t>One-time scientific continuation tokens</a:t>
            </a:r>
          </a:p>
          <a:p>
            <a:pPr lvl="1"/>
            <a:r>
              <a:rPr/>
              <a:t>Optional Snap workers must be strict-confined with no network interface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Product</a:t>
            </a:r>
            <a:r>
              <a:rPr/>
              <a:t> </a:t>
            </a:r>
            <a:r>
              <a:rPr/>
              <a:t>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Today: local Agent, screening, docking, validation, literature, assay import</a:t>
            </a:r>
          </a:p>
          <a:p>
            <a:pPr lvl="1"/>
            <a:r>
              <a:rPr/>
              <a:t>Next: resident-GPU exact finalizer, fpocket/P2Rank consensus, specialized assay analysis</a:t>
            </a:r>
          </a:p>
          <a:p>
            <a:pPr lvl="1"/>
            <a:r>
              <a:rPr/>
              <a:t>Cross-verification: W7900/gfx1100 to R9700/gfx1201</a:t>
            </a:r>
          </a:p>
          <a:p>
            <a:pPr lvl="1"/>
            <a:r>
              <a:rPr/>
              <a:t>Goal: an auditable private research workstation that learns from real experiments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ProtBind</dc:title>
  <dc:creator>A Local-Private Protein–Ligand Research Agent on AMD Radeon</dc:creator>
  <cp:keywords/>
  <dcterms:created xsi:type="dcterms:W3CDTF">2026-08-03T16:08:34Z</dcterms:created>
  <dcterms:modified xsi:type="dcterms:W3CDTF">2026-08-03T16:08:34Z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AMD AI DevMaster Hackathon — Track 2</vt:lpwstr>
  </property>
</Properties>
</file>